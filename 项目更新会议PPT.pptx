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notesSlides/notesSlide1.xml" Type="http://schemas.openxmlformats.org/officeDocument/2006/relationships/notesSlide"/><Relationship Id="rId12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好的，欢迎大家参加本次会议。这是我们今天的议程，首先将由管理层带来最新的信息更新，然后我们会重点关注各个项目的进展情况，最后是问答环节和其他需要讨论的事项。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来看一下各个重点项目的更新列表。这张表格展示了当前的项目工单编号、项目名称以及对应的负责人。大家可以看到，PROJ-1234是用户登录模块的重构，由张三负责；PROJ-5678是数据库性能优化，由李四负责；PROJ-9012是移动端新功能开发，由王五负责。接下来我们会逐一讨论这些项目的具体进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72B4D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286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0052CC">
              <a:alpha val="5000"/>
            </a:srgbClr>
          </a:solidFill>
          <a:ln cmpd="sng" cap="flat">
            <a:solidFill>
              <a:srgbClr val="0048B3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6035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2413000"/>
            <a:ext cx="939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2B4D"/>
                </a:solidFill>
                <a:latin typeface="Poppins"/>
                <a:ea typeface="Poppins"/>
                <a:cs typeface="Poppins"/>
                <a:sym typeface="Poppins"/>
              </a:rPr>
              <a:t>Management Update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6195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0052CC">
              <a:alpha val="5000"/>
            </a:srgbClr>
          </a:solidFill>
          <a:ln cmpd="sng" cap="flat">
            <a:solidFill>
              <a:srgbClr val="0048B3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9370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3746500"/>
            <a:ext cx="939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2B4D"/>
                </a:solidFill>
                <a:latin typeface="Poppins"/>
                <a:ea typeface="Poppins"/>
                <a:cs typeface="Poppins"/>
                <a:sym typeface="Poppins"/>
              </a:rPr>
              <a:t>Project-Focus Update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953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0052CC">
              <a:alpha val="5000"/>
            </a:srgbClr>
          </a:solidFill>
          <a:ln cmpd="sng" cap="flat">
            <a:solidFill>
              <a:srgbClr val="0048B3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5080000"/>
            <a:ext cx="939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72B4D"/>
                </a:solidFill>
                <a:latin typeface="Poppins"/>
                <a:ea typeface="Poppins"/>
                <a:cs typeface="Poppins"/>
                <a:sym typeface="Poppins"/>
              </a:rPr>
              <a:t>Q&amp;A and AOB (Any Other Business)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72B4D"/>
                </a:solidFill>
                <a:latin typeface="Poppins"/>
                <a:ea typeface="Poppins"/>
                <a:cs typeface="Poppins"/>
                <a:sym typeface="Poppins"/>
              </a:rPr>
              <a:t>Project-Focus Update List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898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52C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2286000"/>
          <a:ext cx="10668000" cy="457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02000"/>
                <a:gridCol w="4572000"/>
                <a:gridCol w="2794000"/>
              </a:tblGrid>
              <a:tr h="635000"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Jira Ticket Number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C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Name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C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Supporter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CC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PROJ-1234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用户登录模块重构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张三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PROJ-5678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数据库性能优化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李四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PROJ-9012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移动端新功能开发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333333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王五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F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5" id="5"/>
          <p:cNvSpPr/>
          <p:nvPr/>
        </p:nvSpPr>
        <p:spPr>
          <a:xfrm rot="0" flipH="false" flipV="false">
            <a:off x="762000" y="6096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69696"/>
                </a:solidFill>
                <a:latin typeface="Poppins"/>
                <a:ea typeface="Poppins"/>
                <a:cs typeface="Poppins"/>
                <a:sym typeface="Poppins"/>
              </a:rPr>
              <a:t> 表格数据截止至 2023 年 10 月，具体进度请参考 Jira 实时更新。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